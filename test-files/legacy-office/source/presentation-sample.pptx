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Quarterly sales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Nawa legacy fixture notes on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Nawa legacy fixture notes on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Nawa legacy fixture notes on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or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E7A"/>
                </a:solidFill>
              </a:rPr>
              <a:t>Nawa Legacy Office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Bold text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/ </a:t>
            </a:r>
            <a:pPr indent="0" marL="0">
              <a:buNone/>
            </a:pPr>
            <a:r>
              <a:rPr lang="en-US" sz="2000" i="1" dirty="0">
                <a:solidFill>
                  <a:srgbClr val="000000"/>
                </a:solidFill>
              </a:rPr>
              <a:t>Italic 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English: Hello world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Japanese: テスト文書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Arabic: مرحبا بالعالم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6949440" cy="822960"/>
          </a:xfrm>
          <a:prstGeom prst="roundRect">
            <a:avLst/>
          </a:prstGeom>
          <a:solidFill>
            <a:srgbClr val="DDE8F4"/>
          </a:solidFill>
          <a:ln w="12700">
            <a:solidFill>
              <a:srgbClr val="306E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Shape marker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94560"/>
            <a:ext cx="25603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E7A"/>
                </a:solidFill>
              </a:rPr>
              <a:t>Table and chart test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0352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Pencil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2.50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Notebook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12.75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15.25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400800" y="14630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E7A"/>
                </a:solidFill>
              </a:rPr>
              <a:t>Final slide marker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Bullet item one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Bullet item two</a:t>
            </a:r>
            <a:endParaRPr lang="en-US" sz="2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48640" y="3657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0563C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link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Editable sentence before saving.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Nawa Legacy Office Test</dc:title>
  <dc:subject>Legacy import regression samples</dc:subject>
  <dc:creator>Nawa test fixtures</dc:creator>
  <cp:lastModifiedBy>Nawa test fixtures</cp:lastModifiedBy>
  <cp:revision>1</cp:revision>
  <dcterms:created xsi:type="dcterms:W3CDTF">2026-10-12T02:19:02Z</dcterms:created>
  <dcterms:modified xsi:type="dcterms:W3CDTF">2026-10-12T02:19:02Z</dcterms:modified>
</cp:coreProperties>
</file>